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4" r:id="rId3"/>
    <p:sldId id="267" r:id="rId4"/>
    <p:sldId id="262" r:id="rId5"/>
    <p:sldId id="265" r:id="rId6"/>
    <p:sldId id="259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9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387B31-65BC-4252-1968-0E57367D43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C1BA1E9-23D8-1AA1-2272-A8046F564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6819DE-D498-51A2-7D36-C92A3DB26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B066-E706-409F-A67F-96BA43D26D0A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2049AA-559B-E0B6-B40C-061FD2136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7960CF-935E-5B3B-9A6D-95BFC8B8D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F0EB-815B-4A0C-903D-91106EA04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8451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B44152-71BD-682C-2D0C-90D286B84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4B8F83-28FB-6EAF-930C-D0DBF3B89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FC9106-BB7A-DC17-920B-6FA647268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B066-E706-409F-A67F-96BA43D26D0A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B56ECBA-9288-92E3-7D7C-42BF5FE0A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8BF976-3EE9-8248-DF4F-072B00BE7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F0EB-815B-4A0C-903D-91106EA04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7245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FBA5BF-F43D-E96C-23D6-58B0009E4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229389-66C3-7594-29F3-EB2153311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5E688B-D895-FE33-F2B9-1E9FFA11A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B066-E706-409F-A67F-96BA43D26D0A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832B41-6BCD-CFD0-F058-0689EFA08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04E748-C921-3F14-81F7-33F0ECB8B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F0EB-815B-4A0C-903D-91106EA04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849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E0BF6D-0863-8C05-3F13-00D442F3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0EDC1B-6E28-D398-8F17-C170D23E34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D92C427-2527-8E2F-2F48-76CD61973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3E909C9-5CB7-B5A4-38A4-995DFFD6C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B066-E706-409F-A67F-96BA43D26D0A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9E57E49-BFF5-F406-D32D-B99D167C1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F930405-13BB-9814-AEB0-5269A8FFB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F0EB-815B-4A0C-903D-91106EA04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7016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F4D5A0-CDBB-2FF4-29EC-CD8C89D18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D338A1-57E7-773A-403C-B54186C50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986F615-AEC8-BC10-52AF-A53C5381E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4BE4C2A-D735-5AAC-954B-6AE4D715F2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4D5AA56-60E3-A98D-5619-38F62659AE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1916149-E97C-7934-DE8D-346DDA3EB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B066-E706-409F-A67F-96BA43D26D0A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6535CB7-B449-32A8-95F3-61BE8F1FB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CA46AA9-5360-8D05-A3EA-3F2782DD6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F0EB-815B-4A0C-903D-91106EA04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1095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D9A663-1831-9EE0-EB69-C8084D70E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CF2FE43-E8F9-975C-CA86-C57EF4FEC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B066-E706-409F-A67F-96BA43D26D0A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98467CE-5A7F-E39B-7063-7C83FDB8C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8060D5-1A1E-154C-F1C4-85BF1E965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F0EB-815B-4A0C-903D-91106EA04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38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57307D7-EC9A-8F3C-4C24-20E4B1834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B066-E706-409F-A67F-96BA43D26D0A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34511A2-9950-57CE-5781-F91BEEA69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EAADFB-E897-4EE1-428E-A0B1A26FB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F0EB-815B-4A0C-903D-91106EA04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4467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B8E949-5D3C-168C-0561-193002512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306B83-BEAC-5B5A-CB37-039B9B47D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56CDEA6-FB20-DE8C-3B5C-918530EB9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671D99E-2556-208D-80B6-3113FB666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B066-E706-409F-A67F-96BA43D26D0A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3F7645A-AA52-87AC-44E3-0A84501CF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842E747-A1F3-D5A4-E4C7-CCA43984E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F0EB-815B-4A0C-903D-91106EA04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9105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9F219A-BD7D-D197-A142-2CD4639E9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176D418-7FDD-34DF-071F-577B02BCD5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5D5115E-B93F-386B-51CB-3EA97FB52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A6B01E-B317-C294-E15F-B691BDB73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B066-E706-409F-A67F-96BA43D26D0A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A960E1C-AFB0-923A-1ABF-85F9C11E3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37639F-AD33-C69C-13D1-9A6908292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F0EB-815B-4A0C-903D-91106EA04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249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4F4AC1-1F80-354B-0686-E8CBB0992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01E4684-0F70-06C2-B17E-F27845FF4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78D3F5-778E-8DEC-59B0-A389069E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B066-E706-409F-A67F-96BA43D26D0A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A6A98B-AB73-EFE9-F623-580A14E65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D3761B-AD24-FD81-1C0D-9B2E12FE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F0EB-815B-4A0C-903D-91106EA04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0598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97DEF2F-0937-B7CC-4237-17ABA0ED09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7171DE8-DACA-B777-1F5A-4A2A99139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CC3378-08C7-116D-E5A9-DB4900931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B066-E706-409F-A67F-96BA43D26D0A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A351D9-1B20-10EA-42C9-E94B0ADD3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3CB8F7-2E09-56A4-97ED-4E7DC56E7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F0EB-815B-4A0C-903D-91106EA04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0297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506406C-F9CF-4673-EA37-8D1E87BD9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5AD951C-C1FF-5BEF-5DD0-69ACA2816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82DA3-E06B-0359-D790-C8F06BDB4B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2B066-E706-409F-A67F-96BA43D26D0A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2D86C8-78C1-A1F0-0DD0-19C29EAF7D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65B7A1-FEB0-D445-A2E6-1544E1D09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7F0EB-815B-4A0C-903D-91106EA04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3947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ragon.de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hule-bw.de/themen-und-impulse/ideenpool-lesen/suchmaschine/suche_buecher/bdm_2017/bdm_17_12_2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ethezeitportal.de/wissen/illustrationen/joseph-victor-von-scheffel/ekkehard.html" TargetMode="External"/><Relationship Id="rId2" Type="http://schemas.openxmlformats.org/officeDocument/2006/relationships/hyperlink" Target="https://www.projekt-gutenberg.org/scheffel/ekkehard/ekkeh001.html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mic-base-berlin.de/product_info.php?products_id=50002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hule-bw.de/faecher-und-schularten/sprachen-und-literatur/deutsch/sprache/die-deutsche-sprache/illustrierte-flugblaetter-als-medium-der-neuzeit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lehrerfortbildung-bw.de/u_sprachlit/deutsch/gym/bp2016/fb13/2_alle/baerfuss_parzival_2010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96A7E-C3C7-A44A-EAD8-614C43AC0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C479A5-A0E2-6B59-9613-A2F0D17B06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5 </a:t>
            </a:r>
            <a:r>
              <a:rPr lang="de-DE" dirty="0" err="1"/>
              <a:t>Eragon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D5A7D11-8408-239A-E7D6-D4CCC66FBE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>
                <a:hlinkClick r:id="rId2"/>
              </a:rPr>
              <a:t>https://www.eragon.de/</a:t>
            </a:r>
            <a:r>
              <a:rPr lang="de-DE"/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25825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91091-C8B2-5437-CDEE-83F092C86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46FBBA-A976-61D0-51F9-C11316EAE5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7 Iwein Löwenritter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FC3CC5C-065D-6299-0030-9EE0951091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>
                <a:hlinkClick r:id="rId2"/>
              </a:rPr>
              <a:t>https://www.schule-bw.de/themen-und-impulse/ideenpool-lesen/suchmaschine/suche_buecher/bdm_2017/bdm_17_12_2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9987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78825-C055-1D25-CB14-FFB1D32C5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6B0A9D-576B-2C07-296D-D89A0FD25B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7 Dichterleben Scheffel Ekkehard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BE46DE5-CF8B-314A-B97A-0E3713D303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>
                <a:hlinkClick r:id="rId2"/>
              </a:rPr>
              <a:t>https://www.projekt-gutenberg.org/scheffel/ekkehard/ekkeh001.html</a:t>
            </a:r>
            <a:endParaRPr lang="de-DE" dirty="0"/>
          </a:p>
          <a:p>
            <a:r>
              <a:rPr lang="de-DE">
                <a:hlinkClick r:id="rId3"/>
              </a:rPr>
              <a:t>http://www.goethezeitportal.de/wissen/illustrationen/joseph-victor-von-scheffel/ekkehard.html</a:t>
            </a:r>
            <a:r>
              <a:rPr lang="de-DE"/>
              <a:t> 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98605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A049B-BE63-284F-DABD-DA9CB4EED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16CCEB-E5C1-B959-8232-A0A0C4A09D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8 </a:t>
            </a:r>
            <a:r>
              <a:rPr lang="de-DE" dirty="0" err="1"/>
              <a:t>Graphic</a:t>
            </a:r>
            <a:r>
              <a:rPr lang="de-DE" dirty="0"/>
              <a:t> </a:t>
            </a:r>
            <a:r>
              <a:rPr lang="de-DE" dirty="0" err="1"/>
              <a:t>Novel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553180D-F177-C410-10C8-B2BD81EE78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>
                <a:hlinkClick r:id="rId2"/>
              </a:rPr>
              <a:t>https://www.comic-base-berlin.de/product_info.php?products_id=50002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2617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DDDD6-56B1-F208-2BB1-C35C66E3D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D93EA-7CB4-291E-9D3E-83E3736805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9 Flugblätter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5F1EC21-3711-922E-6FFA-1F8342619C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>
                <a:hlinkClick r:id="rId2"/>
              </a:rPr>
              <a:t>https://www.schule-bw.de/faecher-und-schularten/sprachen-und-literatur/deutsch/sprache/die-deutsche-sprache/illustrierte-flugblaetter-als-medium-der-neuzeit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6187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9972C-1B66-B5BE-F472-9B3D8F32D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6E67AA-AB1B-16D0-1ED1-2F129E4A5B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OS Lukas Bärfuss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37F82C1-F638-BF1C-72DD-F94EB9D518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>
                <a:hlinkClick r:id="rId2"/>
              </a:rPr>
              <a:t>https://lehrerfortbildung-bw.de/u_sprachlit/deutsch/gym/bp2016/fb13/2_alle/baerfuss_parzival_2010/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32108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Microsoft Office PowerPoint</Application>
  <PresentationFormat>Breitbild</PresentationFormat>
  <Paragraphs>13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</vt:lpstr>
      <vt:lpstr>5 Eragon</vt:lpstr>
      <vt:lpstr>7 Iwein Löwenritter</vt:lpstr>
      <vt:lpstr>7 Dichterleben Scheffel Ekkehard</vt:lpstr>
      <vt:lpstr>8 Graphic Novel</vt:lpstr>
      <vt:lpstr>9 Flugblätter</vt:lpstr>
      <vt:lpstr>OS Lukas Bärfuss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Tiffany Krug</dc:creator>
  <cp:lastModifiedBy>Tiffany Krug</cp:lastModifiedBy>
  <cp:revision>2</cp:revision>
  <dcterms:created xsi:type="dcterms:W3CDTF">2026-01-05T17:14:26Z</dcterms:created>
  <dcterms:modified xsi:type="dcterms:W3CDTF">2026-01-07T14:04:26Z</dcterms:modified>
</cp:coreProperties>
</file>
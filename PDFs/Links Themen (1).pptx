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4" r:id="rId3"/>
    <p:sldId id="267" r:id="rId4"/>
    <p:sldId id="262" r:id="rId5"/>
    <p:sldId id="265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87B31-65BC-4252-1968-0E57367D4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1BA1E9-23D8-1AA1-2272-A8046F564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6819DE-D498-51A2-7D36-C92A3DB2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2049AA-559B-E0B6-B40C-061FD2136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7960CF-935E-5B3B-9A6D-95BFC8B8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45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44152-71BD-682C-2D0C-90D286B8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4B8F83-28FB-6EAF-930C-D0DBF3B89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FC9106-BB7A-DC17-920B-6FA64726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56ECBA-9288-92E3-7D7C-42BF5FE0A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8BF976-3EE9-8248-DF4F-072B00BE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724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FBA5BF-F43D-E96C-23D6-58B0009E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229389-66C3-7594-29F3-EB2153311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5E688B-D895-FE33-F2B9-1E9FFA11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32B41-6BCD-CFD0-F058-0689EFA0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04E748-C921-3F14-81F7-33F0ECB8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4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0BF6D-0863-8C05-3F13-00D442F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0EDC1B-6E28-D398-8F17-C170D23E3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92C427-2527-8E2F-2F48-76CD61973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E909C9-5CB7-B5A4-38A4-995DFFD6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E57E49-BFF5-F406-D32D-B99D167C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930405-13BB-9814-AEB0-5269A8FF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01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F4D5A0-CDBB-2FF4-29EC-CD8C89D1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D338A1-57E7-773A-403C-B54186C50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86F615-AEC8-BC10-52AF-A53C5381E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BE4C2A-D735-5AAC-954B-6AE4D715F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4D5AA56-60E3-A98D-5619-38F62659A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916149-E97C-7934-DE8D-346DDA3E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6535CB7-B449-32A8-95F3-61BE8F1F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CA46AA9-5360-8D05-A3EA-3F2782DD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09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9A663-1831-9EE0-EB69-C8084D70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F2FE43-E8F9-975C-CA86-C57EF4FE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8467CE-5A7F-E39B-7063-7C83FDB8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8060D5-1A1E-154C-F1C4-85BF1E96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8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7307D7-EC9A-8F3C-4C24-20E4B183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34511A2-9950-57CE-5781-F91BEEA6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EAADFB-E897-4EE1-428E-A0B1A26F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446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B8E949-5D3C-168C-0561-19300251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306B83-BEAC-5B5A-CB37-039B9B47D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6CDEA6-FB20-DE8C-3B5C-918530EB9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71D99E-2556-208D-80B6-3113FB66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F7645A-AA52-87AC-44E3-0A84501C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42E747-A1F3-D5A4-E4C7-CCA43984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105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9F219A-BD7D-D197-A142-2CD4639E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76D418-7FDD-34DF-071F-577B02BCD5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D5115E-B93F-386B-51CB-3EA97FB52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A6B01E-B317-C294-E15F-B691BDB7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960E1C-AFB0-923A-1ABF-85F9C11E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37639F-AD33-C69C-13D1-9A690829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49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4F4AC1-1F80-354B-0686-E8CBB0992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1E4684-0F70-06C2-B17E-F27845FF4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78D3F5-778E-8DEC-59B0-A389069E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A6A98B-AB73-EFE9-F623-580A14E6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D3761B-AD24-FD81-1C0D-9B2E12FE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059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97DEF2F-0937-B7CC-4237-17ABA0ED0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171DE8-DACA-B777-1F5A-4A2A99139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CC3378-08C7-116D-E5A9-DB4900931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A351D9-1B20-10EA-42C9-E94B0ADD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3CB8F7-2E09-56A4-97ED-4E7DC56E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029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06406C-F9CF-4673-EA37-8D1E87BD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AD951C-C1FF-5BEF-5DD0-69ACA2816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82DA3-E06B-0359-D790-C8F06BDB4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2B066-E706-409F-A67F-96BA43D26D0A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2D86C8-78C1-A1F0-0DD0-19C29EAF7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65B7A1-FEB0-D445-A2E6-1544E1D09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7F0EB-815B-4A0C-903D-91106EA04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394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ragon.d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hule-bw.de/themen-und-impulse/ideenpool-lesen/suchmaschine/suche_buecher/bdm_2017/bdm_17_12_2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ethezeitportal.de/wissen/illustrationen/joseph-victor-von-scheffel/ekkehard.html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c-base-berlin.de/product_info.php?products_id=50002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hule-bw.de/faecher-und-schularten/sprachen-und-literatur/deutsch/sprache/die-deutsche-sprache/illustrierte-flugblaetter-als-medium-der-neuzeit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hrerfortbildung-bw.de/u_sprachlit/deutsch/gym/bp2016/fb13/2_alle/baerfuss_parzival_2010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96A7E-C3C7-A44A-EAD8-614C43AC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C479A5-A0E2-6B59-9613-A2F0D17B0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5 Jugendbuch </a:t>
            </a:r>
            <a:r>
              <a:rPr lang="de-DE" dirty="0" err="1"/>
              <a:t>Eragon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5A7D11-8408-239A-E7D6-D4CCC66FB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>
                <a:hlinkClick r:id="rId2"/>
              </a:rPr>
              <a:t>https://www.eragon.de/</a:t>
            </a:r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582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91091-C8B2-5437-CDEE-83F092C8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6FBBA-A976-61D0-51F9-C11316EAE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7 Iwein Löwenritter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FC3CC5C-065D-6299-0030-9EE095109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https://www.schule-bw.de/themen-und-impulse/ideenpool-lesen/suchmaschine/suche_buecher/bdm_2017/bdm_17_12_2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9987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8825-C055-1D25-CB14-FFB1D32C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0A9D-576B-2C07-296D-D89A0FD25B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7 Dichterleben Scheffel Ekkehard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E46DE5-CF8B-314A-B97A-0E3713D303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>
                <a:hlinkClick r:id="rId2"/>
              </a:rPr>
              <a:t>http</a:t>
            </a:r>
            <a:r>
              <a:rPr lang="de-DE" dirty="0">
                <a:hlinkClick r:id="rId2"/>
              </a:rPr>
              <a:t>://www.goethezeitportal.de/wissen/illustrationen/joseph-victor-von-scheffel/ekkehard.html</a:t>
            </a:r>
            <a:r>
              <a:rPr lang="de-DE" dirty="0"/>
              <a:t>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8605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A049B-BE63-284F-DABD-DA9CB4EED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16CCEB-E5C1-B959-8232-A0A0C4A09D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8 </a:t>
            </a:r>
            <a:r>
              <a:rPr lang="de-DE" dirty="0" err="1"/>
              <a:t>Graphic</a:t>
            </a:r>
            <a:r>
              <a:rPr lang="de-DE" dirty="0"/>
              <a:t> </a:t>
            </a:r>
            <a:r>
              <a:rPr lang="de-DE" dirty="0" err="1"/>
              <a:t>Novel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553180D-F177-C410-10C8-B2BD81EE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https://www.comic-base-berlin.de/product_info.php?products_id=50002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261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DDD6-56B1-F208-2BB1-C35C66E3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D93EA-7CB4-291E-9D3E-83E3736805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9 Flugblätter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F1EC21-3711-922E-6FFA-1F8342619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https://www.schule-bw.de/faecher-und-schularten/sprachen-und-literatur/deutsch/sprache/die-deutsche-sprache/illustrierte-flugblaetter-als-medium-der-neuzeit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618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9972C-1B66-B5BE-F472-9B3D8F32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E67AA-AB1B-16D0-1ED1-2F129E4A5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OS Lukas Bärfuss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7F82C1-F638-BF1C-72DD-F94EB9D51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https://lehrerfortbildung-bw.de/u_sprachlit/deutsch/gym/bp2016/fb13/2_alle/baerfuss_parzival_2010/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2108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Breitbild</PresentationFormat>
  <Paragraphs>12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5 Jugendbuch Eragon</vt:lpstr>
      <vt:lpstr>7 Iwein Löwenritter</vt:lpstr>
      <vt:lpstr>7 Dichterleben Scheffel Ekkehard</vt:lpstr>
      <vt:lpstr>8 Graphic Novel</vt:lpstr>
      <vt:lpstr>9 Flugblätter</vt:lpstr>
      <vt:lpstr>OS Lukas Bärfuss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Tiffany Krug</dc:creator>
  <cp:lastModifiedBy>Tiffany Krug</cp:lastModifiedBy>
  <cp:revision>3</cp:revision>
  <dcterms:created xsi:type="dcterms:W3CDTF">2026-01-05T17:14:26Z</dcterms:created>
  <dcterms:modified xsi:type="dcterms:W3CDTF">2026-01-09T21:23:49Z</dcterms:modified>
</cp:coreProperties>
</file>